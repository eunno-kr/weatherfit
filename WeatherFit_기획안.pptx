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663121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148840"/>
            <a:ext cx="237744" cy="237744"/>
          </a:xfrm>
          <a:prstGeom prst="ellipse">
            <a:avLst/>
          </a:prstGeom>
          <a:solidFill>
            <a:srgbClr val="D9532B"/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" y="2148840"/>
            <a:ext cx="237744" cy="237744"/>
          </a:xfrm>
          <a:prstGeom prst="ellipse">
            <a:avLst/>
          </a:prstGeom>
          <a:solidFill>
            <a:srgbClr val="7C8B5A"/>
          </a:solidFill>
          <a:ln/>
        </p:spPr>
      </p:sp>
      <p:sp>
        <p:nvSpPr>
          <p:cNvPr id="4" name="Shape 2"/>
          <p:cNvSpPr/>
          <p:nvPr/>
        </p:nvSpPr>
        <p:spPr>
          <a:xfrm>
            <a:off x="1408176" y="2148840"/>
            <a:ext cx="237744" cy="237744"/>
          </a:xfrm>
          <a:prstGeom prst="ellipse">
            <a:avLst/>
          </a:prstGeom>
          <a:solidFill>
            <a:srgbClr val="5B7A99"/>
          </a:solidFill>
          <a:ln/>
        </p:spPr>
      </p:sp>
      <p:sp>
        <p:nvSpPr>
          <p:cNvPr id="5" name="Text 3"/>
          <p:cNvSpPr/>
          <p:nvPr/>
        </p:nvSpPr>
        <p:spPr>
          <a:xfrm>
            <a:off x="612648" y="2514600"/>
            <a:ext cx="10972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Weather</a:t>
            </a:r>
            <a:r>
              <a:rPr lang="en-US" sz="6600" b="1" dirty="0">
                <a:solidFill>
                  <a:srgbClr val="D953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Fit</a:t>
            </a:r>
            <a:endParaRPr lang="en-US" sz="6600" dirty="0"/>
          </a:p>
        </p:txBody>
      </p:sp>
      <p:sp>
        <p:nvSpPr>
          <p:cNvPr id="6" name="Text 4"/>
          <p:cNvSpPr/>
          <p:nvPr/>
        </p:nvSpPr>
        <p:spPr>
          <a:xfrm>
            <a:off x="640080" y="37033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날씨 기반 코디 큐레이션 웹 서비스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40080" y="41605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FA3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매일의 ‘오늘 뭐 입지?’를, 날씨 한 번으로 해결한다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58064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 프로그래밍 · </a:t>
            </a:r>
            <a:r>
              <a:rPr lang="en-US" altLang="ko-KR" sz="14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Weather</a:t>
            </a:r>
            <a:r>
              <a:rPr lang="en-US" altLang="ko-KR" sz="1400" b="1" dirty="0" err="1">
                <a:solidFill>
                  <a:srgbClr val="D953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Fit</a:t>
            </a: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기획안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FA3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정은호 (으노) · AI소프트웨어과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53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· 타겟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C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웹사이트 주요 타겟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D953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매일 ‘오늘 뭐 입지?’를 고민하는 20~30대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3392424" cy="2514600"/>
          </a:xfrm>
          <a:prstGeom prst="roundRect">
            <a:avLst>
              <a:gd name="adj" fmla="val 3636"/>
            </a:avLst>
          </a:prstGeom>
          <a:solidFill>
            <a:srgbClr val="F2F4F6"/>
          </a:solidFill>
          <a:ln/>
          <a:effectLst>
            <a:outerShdw blurRad="88900" dist="38100" dir="5400000" algn="bl" rotWithShape="0">
              <a:srgbClr val="9AA5B1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05840" y="2651760"/>
            <a:ext cx="457200" cy="457200"/>
          </a:xfrm>
          <a:prstGeom prst="ellipse">
            <a:avLst/>
          </a:prstGeom>
          <a:solidFill>
            <a:srgbClr val="5B7A99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246120"/>
            <a:ext cx="2660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바쁜 직장인 · 학생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" y="3703320"/>
            <a:ext cx="26609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날씨 확인하고 옷 고르는 </a:t>
            </a:r>
            <a:r>
              <a:rPr lang="en-US" sz="1300" dirty="0" err="1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과정이</a:t>
            </a:r>
            <a:r>
              <a:rPr lang="en-US" sz="13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 err="1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매일</a:t>
            </a:r>
            <a:r>
              <a:rPr lang="en-US" sz="13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번거로운 사람. </a:t>
            </a:r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 err="1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빠른</a:t>
            </a:r>
            <a:r>
              <a:rPr lang="en-US" sz="13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추천을 원함.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98264" y="2286000"/>
            <a:ext cx="3392424" cy="2514600"/>
          </a:xfrm>
          <a:prstGeom prst="roundRect">
            <a:avLst>
              <a:gd name="adj" fmla="val 3636"/>
            </a:avLst>
          </a:prstGeom>
          <a:solidFill>
            <a:srgbClr val="F2F4F6"/>
          </a:solidFill>
          <a:ln/>
          <a:effectLst>
            <a:outerShdw blurRad="88900" dist="38100" dir="5400000" algn="bl" rotWithShape="0">
              <a:srgbClr val="9AA5B1">
                <a:alpha val="2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64024" y="2651760"/>
            <a:ext cx="457200" cy="457200"/>
          </a:xfrm>
          <a:prstGeom prst="ellipse">
            <a:avLst/>
          </a:prstGeom>
          <a:solidFill>
            <a:srgbClr val="D9532B"/>
          </a:solidFill>
          <a:ln/>
        </p:spPr>
      </p:sp>
      <p:sp>
        <p:nvSpPr>
          <p:cNvPr id="12" name="Text 10"/>
          <p:cNvSpPr/>
          <p:nvPr/>
        </p:nvSpPr>
        <p:spPr>
          <a:xfrm>
            <a:off x="4764024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764024" y="3246120"/>
            <a:ext cx="2660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패션 입문자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764024" y="3703320"/>
            <a:ext cx="26609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관심은 있지만 코디 조합에 자신이 없는 사람. 검증된 추천이 필요함.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156448" y="2286000"/>
            <a:ext cx="3392424" cy="2514600"/>
          </a:xfrm>
          <a:prstGeom prst="roundRect">
            <a:avLst>
              <a:gd name="adj" fmla="val 3636"/>
            </a:avLst>
          </a:prstGeom>
          <a:solidFill>
            <a:srgbClr val="F2F4F6"/>
          </a:solidFill>
          <a:ln/>
          <a:effectLst>
            <a:outerShdw blurRad="88900" dist="38100" dir="5400000" algn="bl" rotWithShape="0">
              <a:srgbClr val="9AA5B1">
                <a:alpha val="2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522208" y="2651760"/>
            <a:ext cx="457200" cy="457200"/>
          </a:xfrm>
          <a:prstGeom prst="ellipse">
            <a:avLst/>
          </a:prstGeom>
          <a:solidFill>
            <a:srgbClr val="7C8B5A"/>
          </a:solidFill>
          <a:ln/>
        </p:spPr>
      </p:sp>
      <p:sp>
        <p:nvSpPr>
          <p:cNvPr id="17" name="Text 15"/>
          <p:cNvSpPr/>
          <p:nvPr/>
        </p:nvSpPr>
        <p:spPr>
          <a:xfrm>
            <a:off x="8522208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522208" y="3246120"/>
            <a:ext cx="2660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환절기 고민러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522208" y="3703320"/>
            <a:ext cx="26609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일교차가 큰 시기에 무엇을 입어야 할지 늘 헷갈리는 사람.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" y="50749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날씨 확인 · 옷장 고민 · 검색의 3단계를 한 화면으로 압축한다.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53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· 기능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C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기능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422904" cy="1828800"/>
          </a:xfrm>
          <a:prstGeom prst="roundRect">
            <a:avLst>
              <a:gd name="adj" fmla="val 4000"/>
            </a:avLst>
          </a:prstGeom>
          <a:solidFill>
            <a:srgbClr val="F2F4F6"/>
          </a:solidFill>
          <a:ln/>
          <a:effectLst>
            <a:outerShdw blurRad="88900" dist="38100" dir="5400000" algn="bl" rotWithShape="0">
              <a:srgbClr val="9AA5B1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1984248"/>
            <a:ext cx="457200" cy="457200"/>
          </a:xfrm>
          <a:prstGeom prst="ellipse">
            <a:avLst/>
          </a:prstGeom>
          <a:solidFill>
            <a:srgbClr val="D9532B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984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554480" y="2002536"/>
            <a:ext cx="2234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 날씨 연동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60120" y="2560320"/>
            <a:ext cx="27828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기온 · 체감 · 강수 정보를 불러옴 (Open-Meteo API, 키 불필요)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83024" y="1691640"/>
            <a:ext cx="3422904" cy="1828800"/>
          </a:xfrm>
          <a:prstGeom prst="roundRect">
            <a:avLst>
              <a:gd name="adj" fmla="val 4000"/>
            </a:avLst>
          </a:prstGeom>
          <a:solidFill>
            <a:srgbClr val="F2F4F6"/>
          </a:solidFill>
          <a:ln/>
          <a:effectLst>
            <a:outerShdw blurRad="88900" dist="38100" dir="5400000" algn="bl" rotWithShape="0">
              <a:srgbClr val="9AA5B1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3064" y="1984248"/>
            <a:ext cx="457200" cy="457200"/>
          </a:xfrm>
          <a:prstGeom prst="ellipse">
            <a:avLst/>
          </a:prstGeom>
          <a:solidFill>
            <a:srgbClr val="5B7A99"/>
          </a:solidFill>
          <a:ln/>
        </p:spPr>
      </p:sp>
      <p:sp>
        <p:nvSpPr>
          <p:cNvPr id="11" name="Text 9"/>
          <p:cNvSpPr/>
          <p:nvPr/>
        </p:nvSpPr>
        <p:spPr>
          <a:xfrm>
            <a:off x="4703064" y="1984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297424" y="2002536"/>
            <a:ext cx="2234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스타일 추천 테스트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703064" y="2560320"/>
            <a:ext cx="27828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무드와 상황을 선택해 사용자 취향을 수집하는 진입 페이지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25968" y="1691640"/>
            <a:ext cx="3422904" cy="1828800"/>
          </a:xfrm>
          <a:prstGeom prst="roundRect">
            <a:avLst>
              <a:gd name="adj" fmla="val 4000"/>
            </a:avLst>
          </a:prstGeom>
          <a:solidFill>
            <a:srgbClr val="F2F4F6"/>
          </a:solidFill>
          <a:ln/>
          <a:effectLst>
            <a:outerShdw blurRad="88900" dist="38100" dir="5400000" algn="bl" rotWithShape="0">
              <a:srgbClr val="9AA5B1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46008" y="1984248"/>
            <a:ext cx="457200" cy="457200"/>
          </a:xfrm>
          <a:prstGeom prst="ellipse">
            <a:avLst/>
          </a:prstGeom>
          <a:solidFill>
            <a:srgbClr val="7C8B5A"/>
          </a:solidFill>
          <a:ln/>
        </p:spPr>
      </p:sp>
      <p:sp>
        <p:nvSpPr>
          <p:cNvPr id="16" name="Text 14"/>
          <p:cNvSpPr/>
          <p:nvPr/>
        </p:nvSpPr>
        <p:spPr>
          <a:xfrm>
            <a:off x="8446008" y="1984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9040368" y="2002536"/>
            <a:ext cx="2234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코디 목록 필터링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446008" y="2560320"/>
            <a:ext cx="27828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기온대 · 무드 · 날씨 태그로 data.js 배열을 filter()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3840480"/>
            <a:ext cx="3422904" cy="1828800"/>
          </a:xfrm>
          <a:prstGeom prst="roundRect">
            <a:avLst>
              <a:gd name="adj" fmla="val 4000"/>
            </a:avLst>
          </a:prstGeom>
          <a:solidFill>
            <a:srgbClr val="F2F4F6"/>
          </a:solidFill>
          <a:ln/>
          <a:effectLst>
            <a:outerShdw blurRad="88900" dist="38100" dir="5400000" algn="bl" rotWithShape="0">
              <a:srgbClr val="9AA5B1">
                <a:alpha val="2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60120" y="4133088"/>
            <a:ext cx="457200" cy="457200"/>
          </a:xfrm>
          <a:prstGeom prst="ellipse">
            <a:avLst/>
          </a:prstGeom>
          <a:solidFill>
            <a:srgbClr val="5B7A99"/>
          </a:solidFill>
          <a:ln/>
        </p:spPr>
      </p:sp>
      <p:sp>
        <p:nvSpPr>
          <p:cNvPr id="21" name="Text 19"/>
          <p:cNvSpPr/>
          <p:nvPr/>
        </p:nvSpPr>
        <p:spPr>
          <a:xfrm>
            <a:off x="960120" y="4133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554480" y="4151376"/>
            <a:ext cx="2234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코디 상세 보기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60120" y="4709160"/>
            <a:ext cx="27828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선택한 코디의 스타일링 설명과 해당 날씨 정보 표시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383024" y="3840480"/>
            <a:ext cx="3422904" cy="1828800"/>
          </a:xfrm>
          <a:prstGeom prst="roundRect">
            <a:avLst>
              <a:gd name="adj" fmla="val 4000"/>
            </a:avLst>
          </a:prstGeom>
          <a:solidFill>
            <a:srgbClr val="F2F4F6"/>
          </a:solidFill>
          <a:ln/>
          <a:effectLst>
            <a:outerShdw blurRad="88900" dist="38100" dir="5400000" algn="bl" rotWithShape="0">
              <a:srgbClr val="9AA5B1">
                <a:alpha val="2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03064" y="4133088"/>
            <a:ext cx="457200" cy="457200"/>
          </a:xfrm>
          <a:prstGeom prst="ellipse">
            <a:avLst/>
          </a:prstGeom>
          <a:solidFill>
            <a:srgbClr val="D9532B"/>
          </a:solidFill>
          <a:ln/>
        </p:spPr>
      </p:sp>
      <p:sp>
        <p:nvSpPr>
          <p:cNvPr id="26" name="Text 24"/>
          <p:cNvSpPr/>
          <p:nvPr/>
        </p:nvSpPr>
        <p:spPr>
          <a:xfrm>
            <a:off x="4703064" y="4133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5297424" y="4151376"/>
            <a:ext cx="2234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코디 찜하기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703064" y="4709160"/>
            <a:ext cx="27828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마음에 든 코디를 LocalStorage에 저장하는 마이페이지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8125968" y="3840480"/>
            <a:ext cx="3422904" cy="1828800"/>
          </a:xfrm>
          <a:prstGeom prst="roundRect">
            <a:avLst>
              <a:gd name="adj" fmla="val 4000"/>
            </a:avLst>
          </a:prstGeom>
          <a:solidFill>
            <a:srgbClr val="F2F4F6"/>
          </a:solidFill>
          <a:ln/>
          <a:effectLst>
            <a:outerShdw blurRad="88900" dist="38100" dir="5400000" algn="bl" rotWithShape="0">
              <a:srgbClr val="9AA5B1">
                <a:alpha val="2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446008" y="4133088"/>
            <a:ext cx="457200" cy="457200"/>
          </a:xfrm>
          <a:prstGeom prst="ellipse">
            <a:avLst/>
          </a:prstGeom>
          <a:solidFill>
            <a:srgbClr val="7C8B5A"/>
          </a:solidFill>
          <a:ln/>
        </p:spPr>
      </p:sp>
      <p:sp>
        <p:nvSpPr>
          <p:cNvPr id="31" name="Text 29"/>
          <p:cNvSpPr/>
          <p:nvPr/>
        </p:nvSpPr>
        <p:spPr>
          <a:xfrm>
            <a:off x="8446008" y="4133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9040368" y="4151376"/>
            <a:ext cx="2234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한줄평 게시판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446008" y="4709160"/>
            <a:ext cx="27828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LocalStorage 기반 간이 커뮤니티 (코디 후기 · 방명록)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53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· 동작 원리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C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동작 메커니즘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추천은 동일한 흐름 위에서 동작한다.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89204" y="2651760"/>
            <a:ext cx="2514600" cy="1737360"/>
          </a:xfrm>
          <a:prstGeom prst="roundRect">
            <a:avLst>
              <a:gd name="adj" fmla="val 5263"/>
            </a:avLst>
          </a:prstGeom>
          <a:solidFill>
            <a:srgbClr val="F2F4F6"/>
          </a:solidFill>
          <a:ln/>
          <a:effectLst>
            <a:outerShdw blurRad="88900" dist="38100" dir="5400000" algn="bl" rotWithShape="0">
              <a:srgbClr val="9AA5B1">
                <a:alpha val="2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17804" y="2907792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5B7A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 선택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17804" y="3401568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사용자가 무드 · 상황 선택지를 고른다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985516" y="2651760"/>
            <a:ext cx="38404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D953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3387852" y="2651760"/>
            <a:ext cx="2514600" cy="1737360"/>
          </a:xfrm>
          <a:prstGeom prst="roundRect">
            <a:avLst>
              <a:gd name="adj" fmla="val 5263"/>
            </a:avLst>
          </a:prstGeom>
          <a:solidFill>
            <a:srgbClr val="F2F4F6"/>
          </a:solidFill>
          <a:ln/>
          <a:effectLst>
            <a:outerShdw blurRad="88900" dist="38100" dir="5400000" algn="bl" rotWithShape="0">
              <a:srgbClr val="9AA5B1">
                <a:alpha val="2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16452" y="2907792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7C8B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 전달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3616452" y="3401568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선택값이 Query String으로 전달된다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884164" y="2651760"/>
            <a:ext cx="38404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D953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6286500" y="2651760"/>
            <a:ext cx="2514600" cy="1737360"/>
          </a:xfrm>
          <a:prstGeom prst="roundRect">
            <a:avLst>
              <a:gd name="adj" fmla="val 5263"/>
            </a:avLst>
          </a:prstGeom>
          <a:solidFill>
            <a:srgbClr val="FBF3EF"/>
          </a:solidFill>
          <a:ln/>
          <a:effectLst>
            <a:outerShdw blurRad="88900" dist="38100" dir="5400000" algn="bl" rotWithShape="0">
              <a:srgbClr val="9AA5B1">
                <a:alpha val="2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515100" y="2907792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D953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 필터링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6515100" y="3401568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data.js 코디 배열을 filter()로 거른다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782812" y="2651760"/>
            <a:ext cx="38404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D953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3000" dirty="0"/>
          </a:p>
        </p:txBody>
      </p:sp>
      <p:sp>
        <p:nvSpPr>
          <p:cNvPr id="17" name="Shape 15"/>
          <p:cNvSpPr/>
          <p:nvPr/>
        </p:nvSpPr>
        <p:spPr>
          <a:xfrm>
            <a:off x="9185148" y="2651760"/>
            <a:ext cx="2514600" cy="1737360"/>
          </a:xfrm>
          <a:prstGeom prst="roundRect">
            <a:avLst>
              <a:gd name="adj" fmla="val 5263"/>
            </a:avLst>
          </a:prstGeom>
          <a:solidFill>
            <a:srgbClr val="F2F4F6"/>
          </a:solidFill>
          <a:ln/>
          <a:effectLst>
            <a:outerShdw blurRad="88900" dist="38100" dir="5400000" algn="bl" rotWithShape="0">
              <a:srgbClr val="9AA5B1">
                <a:alpha val="2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413748" y="2907792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C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 추천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9413748" y="3401568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조건에 맞는 코디만 화면에 보여준다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" y="4937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C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교수님 강조 메커니즘과 동일: 선택지 → Query String → filter(). WeatherFit이 이 패턴에 그대로 맞는다.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53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· 데이터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C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설계 (data.js)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필터 조건이 될 카테고리와 태그를 먼저 설계한다.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5212080" cy="3200400"/>
          </a:xfrm>
          <a:prstGeom prst="roundRect">
            <a:avLst>
              <a:gd name="adj" fmla="val 2286"/>
            </a:avLst>
          </a:prstGeom>
          <a:solidFill>
            <a:srgbClr val="1C2A3A"/>
          </a:solidFill>
          <a:ln/>
          <a:effectLst>
            <a:outerShdw blurRad="88900" dist="38100" dir="5400000" algn="bl" rotWithShape="0">
              <a:srgbClr val="9AA5B1">
                <a:alpha val="2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23317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FA3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코디 데이터 객체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60120" y="2743200"/>
            <a:ext cx="46634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4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id, title,</a:t>
            </a:r>
            <a:endParaRPr lang="en-US" sz="14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D953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tempBand,   // 기온대</a:t>
            </a:r>
            <a:endParaRPr lang="en-US" sz="14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7C8B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mood,       // 무드</a:t>
            </a:r>
            <a:endParaRPr lang="en-US" sz="14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7FB0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weather,    // 날씨</a:t>
            </a:r>
            <a:endParaRPr lang="en-US" sz="14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outer, top, bottom, shoes,</a:t>
            </a:r>
            <a:endParaRPr lang="en-US" sz="14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desc, img</a:t>
            </a:r>
            <a:endParaRPr lang="en-US" sz="14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400800" y="21488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필터 조건 카테고리 (태그)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0" y="2606040"/>
            <a:ext cx="5120640" cy="749808"/>
          </a:xfrm>
          <a:prstGeom prst="roundRect">
            <a:avLst>
              <a:gd name="adj" fmla="val 9756"/>
            </a:avLst>
          </a:prstGeom>
          <a:solidFill>
            <a:srgbClr val="F2F4F6"/>
          </a:solidFill>
          <a:ln/>
        </p:spPr>
      </p:sp>
      <p:sp>
        <p:nvSpPr>
          <p:cNvPr id="10" name="Shape 8"/>
          <p:cNvSpPr/>
          <p:nvPr/>
        </p:nvSpPr>
        <p:spPr>
          <a:xfrm>
            <a:off x="6656832" y="2852928"/>
            <a:ext cx="256032" cy="256032"/>
          </a:xfrm>
          <a:prstGeom prst="ellipse">
            <a:avLst/>
          </a:prstGeom>
          <a:solidFill>
            <a:srgbClr val="D9532B"/>
          </a:solidFill>
          <a:ln/>
        </p:spPr>
      </p:sp>
      <p:sp>
        <p:nvSpPr>
          <p:cNvPr id="11" name="Text 9"/>
          <p:cNvSpPr/>
          <p:nvPr/>
        </p:nvSpPr>
        <p:spPr>
          <a:xfrm>
            <a:off x="7086600" y="269748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기온대 (tempBand)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086600" y="2990088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70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hot · mild · cool · cold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0" y="3520440"/>
            <a:ext cx="5120640" cy="749808"/>
          </a:xfrm>
          <a:prstGeom prst="roundRect">
            <a:avLst>
              <a:gd name="adj" fmla="val 9756"/>
            </a:avLst>
          </a:prstGeom>
          <a:solidFill>
            <a:srgbClr val="F2F4F6"/>
          </a:solidFill>
          <a:ln/>
        </p:spPr>
      </p:sp>
      <p:sp>
        <p:nvSpPr>
          <p:cNvPr id="14" name="Shape 12"/>
          <p:cNvSpPr/>
          <p:nvPr/>
        </p:nvSpPr>
        <p:spPr>
          <a:xfrm>
            <a:off x="6656832" y="3767328"/>
            <a:ext cx="256032" cy="256032"/>
          </a:xfrm>
          <a:prstGeom prst="ellipse">
            <a:avLst/>
          </a:prstGeom>
          <a:solidFill>
            <a:srgbClr val="7C8B5A"/>
          </a:solidFill>
          <a:ln/>
        </p:spPr>
      </p:sp>
      <p:sp>
        <p:nvSpPr>
          <p:cNvPr id="15" name="Text 13"/>
          <p:cNvSpPr/>
          <p:nvPr/>
        </p:nvSpPr>
        <p:spPr>
          <a:xfrm>
            <a:off x="7086600" y="361188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무드 (mood)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086600" y="3904488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70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minimal · casual · street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0" y="4434840"/>
            <a:ext cx="5120640" cy="749808"/>
          </a:xfrm>
          <a:prstGeom prst="roundRect">
            <a:avLst>
              <a:gd name="adj" fmla="val 9756"/>
            </a:avLst>
          </a:prstGeom>
          <a:solidFill>
            <a:srgbClr val="F2F4F6"/>
          </a:solidFill>
          <a:ln/>
        </p:spPr>
      </p:sp>
      <p:sp>
        <p:nvSpPr>
          <p:cNvPr id="18" name="Shape 16"/>
          <p:cNvSpPr/>
          <p:nvPr/>
        </p:nvSpPr>
        <p:spPr>
          <a:xfrm>
            <a:off x="6656832" y="4681728"/>
            <a:ext cx="256032" cy="256032"/>
          </a:xfrm>
          <a:prstGeom prst="ellipse">
            <a:avLst/>
          </a:prstGeom>
          <a:solidFill>
            <a:srgbClr val="5B7A99"/>
          </a:solidFill>
          <a:ln/>
        </p:spPr>
      </p:sp>
      <p:sp>
        <p:nvSpPr>
          <p:cNvPr id="19" name="Text 17"/>
          <p:cNvSpPr/>
          <p:nvPr/>
        </p:nvSpPr>
        <p:spPr>
          <a:xfrm>
            <a:off x="7086600" y="452628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날씨 (weather)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086600" y="4818888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70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clear · rain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" y="5532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C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이 태그들이 곧 filter()의 판단 기준이 된다.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53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· 구조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C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MPA 프로젝트 구조</a:t>
            </a:r>
            <a:endParaRPr lang="en-US" sz="3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54480"/>
          <a:ext cx="10908792" cy="4663440"/>
        </p:xfrm>
        <a:graphic>
          <a:graphicData uri="http://schemas.openxmlformats.org/drawingml/2006/table">
            <a:tbl>
              <a:tblPr/>
              <a:tblGrid>
                <a:gridCol w="3383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255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D953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weatherfit/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C2A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├─ index.html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66708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홈 — 오늘 날씨 + 추천 진입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C2A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├─ test.html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66708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스타일 무드·상황 선택 (성향 수집)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C2A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├─ list.html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66708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추천 코디 목록 + 조건 필터링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C2A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├─ detail.html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66708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코디 상세 + 날씨 API 연동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C2A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├─ wishlist.html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66708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마이페이지 — 찜한 코디 (LocalStorage)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C2A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├─ board.html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66708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커뮤니티 — 코디 한줄평 (LocalStorage)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D953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├─ css/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C2A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│   ├─ common.css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66708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네비·푸터 등 공통 스타일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C2A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│   └─ style.css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66708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페이지별 상세 레이아웃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D953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└─ js/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C2A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     ├─ data.js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66708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코디 데이터 배열 (전역 관리)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C2A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     ├─ common.js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66708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공통 헤더/푸터 로드 · 유틸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C2A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     ├─ index.js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66708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홈 — 날씨 호출 + 메인 인터랙션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C2A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     ├─ test.js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66708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선택 수집 → Query String 빌더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C2A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     ├─ list.js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66708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파라미터 파싱 → filter()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C2A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     └─ detail.js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66708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코디 ID 파싱 + 외부 날씨 API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3035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53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 · UI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C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레이아웃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212080" cy="224028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5875">
            <a:solidFill>
              <a:srgbClr val="E2E6EA"/>
            </a:solidFill>
            <a:prstDash val="solid"/>
          </a:ln>
          <a:effectLst>
            <a:outerShdw blurRad="88900" dist="38100" dir="5400000" algn="bl" rotWithShape="0">
              <a:srgbClr val="9AA5B1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783080"/>
            <a:ext cx="4882896" cy="292608"/>
          </a:xfrm>
          <a:prstGeom prst="rect">
            <a:avLst/>
          </a:prstGeom>
          <a:solidFill>
            <a:srgbClr val="1C2A3A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78308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index.html — 홈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04672" y="2203704"/>
            <a:ext cx="4882896" cy="457200"/>
          </a:xfrm>
          <a:prstGeom prst="roundRect">
            <a:avLst>
              <a:gd name="adj" fmla="val 8000"/>
            </a:avLst>
          </a:prstGeom>
          <a:solidFill>
            <a:srgbClr val="5B7A99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203704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날씨 히어로 (기온·체감)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804672" y="2770632"/>
            <a:ext cx="4882896" cy="365760"/>
          </a:xfrm>
          <a:prstGeom prst="roundRect">
            <a:avLst>
              <a:gd name="adj" fmla="val 10000"/>
            </a:avLst>
          </a:prstGeom>
          <a:solidFill>
            <a:srgbClr val="D9532B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77063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 코디 추천받기 ] 버튼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04672" y="3246120"/>
            <a:ext cx="4882896" cy="411480"/>
          </a:xfrm>
          <a:prstGeom prst="roundRect">
            <a:avLst>
              <a:gd name="adj" fmla="val 8889"/>
            </a:avLst>
          </a:prstGeom>
          <a:solidFill>
            <a:srgbClr val="F2F4F6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24612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추천 코디 미리보기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309360" y="1600200"/>
            <a:ext cx="5212080" cy="224028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5875">
            <a:solidFill>
              <a:srgbClr val="E2E6EA"/>
            </a:solidFill>
            <a:prstDash val="solid"/>
          </a:ln>
          <a:effectLst>
            <a:outerShdw blurRad="88900" dist="38100" dir="5400000" algn="bl" rotWithShape="0">
              <a:srgbClr val="9AA5B1">
                <a:alpha val="2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73952" y="1783080"/>
            <a:ext cx="4882896" cy="292608"/>
          </a:xfrm>
          <a:prstGeom prst="rect">
            <a:avLst/>
          </a:prstGeom>
          <a:solidFill>
            <a:srgbClr val="1C2A3A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0" y="178308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test.html — 추천 테스트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73952" y="2203704"/>
            <a:ext cx="4882896" cy="457200"/>
          </a:xfrm>
          <a:prstGeom prst="roundRect">
            <a:avLst>
              <a:gd name="adj" fmla="val 8000"/>
            </a:avLst>
          </a:prstGeom>
          <a:solidFill>
            <a:srgbClr val="7C8B5A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0" y="2203704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무드 선택 (미니멀·캐주얼·스트릿)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473952" y="2770632"/>
            <a:ext cx="4882896" cy="365760"/>
          </a:xfrm>
          <a:prstGeom prst="roundRect">
            <a:avLst>
              <a:gd name="adj" fmla="val 10000"/>
            </a:avLst>
          </a:prstGeom>
          <a:solidFill>
            <a:srgbClr val="7C8B5A"/>
          </a:solidFill>
          <a:ln/>
        </p:spPr>
      </p:sp>
      <p:sp>
        <p:nvSpPr>
          <p:cNvPr id="19" name="Text 17"/>
          <p:cNvSpPr/>
          <p:nvPr/>
        </p:nvSpPr>
        <p:spPr>
          <a:xfrm>
            <a:off x="6583680" y="277063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상황 선택 (출근·데이트·운동…)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473952" y="3246120"/>
            <a:ext cx="4882896" cy="411480"/>
          </a:xfrm>
          <a:prstGeom prst="roundRect">
            <a:avLst>
              <a:gd name="adj" fmla="val 8889"/>
            </a:avLst>
          </a:prstGeom>
          <a:solidFill>
            <a:srgbClr val="D9532B"/>
          </a:solidFill>
          <a:ln/>
        </p:spPr>
      </p:sp>
      <p:sp>
        <p:nvSpPr>
          <p:cNvPr id="21" name="Text 19"/>
          <p:cNvSpPr/>
          <p:nvPr/>
        </p:nvSpPr>
        <p:spPr>
          <a:xfrm>
            <a:off x="6583680" y="324612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 결과 보기 ] 버튼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40080" y="4160520"/>
            <a:ext cx="5212080" cy="224028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5875">
            <a:solidFill>
              <a:srgbClr val="E2E6EA"/>
            </a:solidFill>
            <a:prstDash val="solid"/>
          </a:ln>
          <a:effectLst>
            <a:outerShdw blurRad="88900" dist="38100" dir="5400000" algn="bl" rotWithShape="0">
              <a:srgbClr val="9AA5B1">
                <a:alpha val="2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04672" y="4343400"/>
            <a:ext cx="4882896" cy="292608"/>
          </a:xfrm>
          <a:prstGeom prst="rect">
            <a:avLst/>
          </a:prstGeom>
          <a:solidFill>
            <a:srgbClr val="1C2A3A"/>
          </a:solidFill>
          <a:ln/>
        </p:spPr>
      </p:sp>
      <p:sp>
        <p:nvSpPr>
          <p:cNvPr id="24" name="Text 22"/>
          <p:cNvSpPr/>
          <p:nvPr/>
        </p:nvSpPr>
        <p:spPr>
          <a:xfrm>
            <a:off x="914400" y="434340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list.html — 코디 목록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04672" y="4764024"/>
            <a:ext cx="4882896" cy="365760"/>
          </a:xfrm>
          <a:prstGeom prst="roundRect">
            <a:avLst>
              <a:gd name="adj" fmla="val 10000"/>
            </a:avLst>
          </a:prstGeom>
          <a:solidFill>
            <a:srgbClr val="5B7A99"/>
          </a:solidFill>
          <a:ln/>
        </p:spPr>
      </p:sp>
      <p:sp>
        <p:nvSpPr>
          <p:cNvPr id="26" name="Text 24"/>
          <p:cNvSpPr/>
          <p:nvPr/>
        </p:nvSpPr>
        <p:spPr>
          <a:xfrm>
            <a:off x="914400" y="4764024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필터 칩 (기온·무드·날씨)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04672" y="5239512"/>
            <a:ext cx="4882896" cy="868680"/>
          </a:xfrm>
          <a:prstGeom prst="roundRect">
            <a:avLst>
              <a:gd name="adj" fmla="val 4211"/>
            </a:avLst>
          </a:prstGeom>
          <a:solidFill>
            <a:srgbClr val="F2F4F6"/>
          </a:solidFill>
          <a:ln/>
        </p:spPr>
      </p:sp>
      <p:sp>
        <p:nvSpPr>
          <p:cNvPr id="28" name="Text 26"/>
          <p:cNvSpPr/>
          <p:nvPr/>
        </p:nvSpPr>
        <p:spPr>
          <a:xfrm>
            <a:off x="914400" y="5239512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코디 카드 그리드 (filter 결과)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309360" y="4160520"/>
            <a:ext cx="5212080" cy="224028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5875">
            <a:solidFill>
              <a:srgbClr val="E2E6EA"/>
            </a:solidFill>
            <a:prstDash val="solid"/>
          </a:ln>
          <a:effectLst>
            <a:outerShdw blurRad="88900" dist="38100" dir="5400000" algn="bl" rotWithShape="0">
              <a:srgbClr val="9AA5B1">
                <a:alpha val="2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473952" y="4343400"/>
            <a:ext cx="4882896" cy="292608"/>
          </a:xfrm>
          <a:prstGeom prst="rect">
            <a:avLst/>
          </a:prstGeom>
          <a:solidFill>
            <a:srgbClr val="1C2A3A"/>
          </a:solidFill>
          <a:ln/>
        </p:spPr>
      </p:sp>
      <p:sp>
        <p:nvSpPr>
          <p:cNvPr id="31" name="Text 29"/>
          <p:cNvSpPr/>
          <p:nvPr/>
        </p:nvSpPr>
        <p:spPr>
          <a:xfrm>
            <a:off x="6583680" y="434340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detail.html — 코디 상세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473952" y="4764024"/>
            <a:ext cx="4882896" cy="502920"/>
          </a:xfrm>
          <a:prstGeom prst="roundRect">
            <a:avLst>
              <a:gd name="adj" fmla="val 7273"/>
            </a:avLst>
          </a:prstGeom>
          <a:solidFill>
            <a:srgbClr val="5B7A99"/>
          </a:solidFill>
          <a:ln/>
        </p:spPr>
      </p:sp>
      <p:sp>
        <p:nvSpPr>
          <p:cNvPr id="33" name="Text 31"/>
          <p:cNvSpPr/>
          <p:nvPr/>
        </p:nvSpPr>
        <p:spPr>
          <a:xfrm>
            <a:off x="6583680" y="4764024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코디 이미지 + 날씨 정보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473952" y="5376672"/>
            <a:ext cx="4882896" cy="365760"/>
          </a:xfrm>
          <a:prstGeom prst="roundRect">
            <a:avLst>
              <a:gd name="adj" fmla="val 10000"/>
            </a:avLst>
          </a:prstGeom>
          <a:solidFill>
            <a:srgbClr val="F2F4F6"/>
          </a:solidFill>
          <a:ln/>
        </p:spPr>
      </p:sp>
      <p:sp>
        <p:nvSpPr>
          <p:cNvPr id="35" name="Text 33"/>
          <p:cNvSpPr/>
          <p:nvPr/>
        </p:nvSpPr>
        <p:spPr>
          <a:xfrm>
            <a:off x="6583680" y="537667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스타일링 설명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473952" y="5852160"/>
            <a:ext cx="4882896" cy="365760"/>
          </a:xfrm>
          <a:prstGeom prst="roundRect">
            <a:avLst>
              <a:gd name="adj" fmla="val 10000"/>
            </a:avLst>
          </a:prstGeom>
          <a:solidFill>
            <a:srgbClr val="D9532B"/>
          </a:solidFill>
          <a:ln/>
        </p:spPr>
      </p:sp>
      <p:sp>
        <p:nvSpPr>
          <p:cNvPr id="37" name="Text 35"/>
          <p:cNvSpPr/>
          <p:nvPr/>
        </p:nvSpPr>
        <p:spPr>
          <a:xfrm>
            <a:off x="6583680" y="58521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 ♡ 찜하기 ] 버튼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C2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53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 · 일정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일정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3331464" cy="2011680"/>
          </a:xfrm>
          <a:prstGeom prst="roundRect">
            <a:avLst>
              <a:gd name="adj" fmla="val 4545"/>
            </a:avLst>
          </a:prstGeom>
          <a:solidFill>
            <a:srgbClr val="26384C"/>
          </a:solidFill>
          <a:ln/>
        </p:spPr>
      </p:sp>
      <p:sp>
        <p:nvSpPr>
          <p:cNvPr id="5" name="Shape 3"/>
          <p:cNvSpPr/>
          <p:nvPr/>
        </p:nvSpPr>
        <p:spPr>
          <a:xfrm>
            <a:off x="1005840" y="2514600"/>
            <a:ext cx="310896" cy="310896"/>
          </a:xfrm>
          <a:prstGeom prst="ellipse">
            <a:avLst/>
          </a:prstGeom>
          <a:solidFill>
            <a:srgbClr val="D9532B"/>
          </a:solidFill>
          <a:ln/>
        </p:spPr>
      </p:sp>
      <p:sp>
        <p:nvSpPr>
          <p:cNvPr id="6" name="Text 4"/>
          <p:cNvSpPr/>
          <p:nvPr/>
        </p:nvSpPr>
        <p:spPr>
          <a:xfrm>
            <a:off x="1508760" y="2468880"/>
            <a:ext cx="22341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13주차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05840" y="3063240"/>
            <a:ext cx="25999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FA3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6월 15일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3429000"/>
            <a:ext cx="25999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주제 선정 및 기획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828544" y="2331720"/>
            <a:ext cx="914400" cy="365760"/>
          </a:xfrm>
          <a:prstGeom prst="rect">
            <a:avLst/>
          </a:prstGeom>
          <a:solidFill>
            <a:srgbClr val="D9532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428744" y="2194560"/>
            <a:ext cx="3331464" cy="2011680"/>
          </a:xfrm>
          <a:prstGeom prst="roundRect">
            <a:avLst>
              <a:gd name="adj" fmla="val 4545"/>
            </a:avLst>
          </a:prstGeom>
          <a:solidFill>
            <a:srgbClr val="26384C"/>
          </a:solidFill>
          <a:ln/>
        </p:spPr>
      </p:sp>
      <p:sp>
        <p:nvSpPr>
          <p:cNvPr id="11" name="Shape 9"/>
          <p:cNvSpPr/>
          <p:nvPr/>
        </p:nvSpPr>
        <p:spPr>
          <a:xfrm>
            <a:off x="4794504" y="2514600"/>
            <a:ext cx="310896" cy="310896"/>
          </a:xfrm>
          <a:prstGeom prst="ellipse">
            <a:avLst/>
          </a:prstGeom>
          <a:solidFill>
            <a:srgbClr val="5B7A99"/>
          </a:solidFill>
          <a:ln/>
        </p:spPr>
      </p:sp>
      <p:sp>
        <p:nvSpPr>
          <p:cNvPr id="12" name="Text 10"/>
          <p:cNvSpPr/>
          <p:nvPr/>
        </p:nvSpPr>
        <p:spPr>
          <a:xfrm>
            <a:off x="5297424" y="2468880"/>
            <a:ext cx="22341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14주차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794504" y="3063240"/>
            <a:ext cx="25999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FA3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6월 22일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794504" y="3429000"/>
            <a:ext cx="25999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구현 및 디버깅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217408" y="2194560"/>
            <a:ext cx="3331464" cy="2011680"/>
          </a:xfrm>
          <a:prstGeom prst="roundRect">
            <a:avLst>
              <a:gd name="adj" fmla="val 4545"/>
            </a:avLst>
          </a:prstGeom>
          <a:solidFill>
            <a:srgbClr val="26384C"/>
          </a:solidFill>
          <a:ln/>
        </p:spPr>
      </p:sp>
      <p:sp>
        <p:nvSpPr>
          <p:cNvPr id="16" name="Shape 14"/>
          <p:cNvSpPr/>
          <p:nvPr/>
        </p:nvSpPr>
        <p:spPr>
          <a:xfrm>
            <a:off x="8583168" y="2514600"/>
            <a:ext cx="310896" cy="310896"/>
          </a:xfrm>
          <a:prstGeom prst="ellipse">
            <a:avLst/>
          </a:prstGeom>
          <a:solidFill>
            <a:srgbClr val="7C8B5A"/>
          </a:solidFill>
          <a:ln/>
        </p:spPr>
      </p:sp>
      <p:sp>
        <p:nvSpPr>
          <p:cNvPr id="17" name="Text 15"/>
          <p:cNvSpPr/>
          <p:nvPr/>
        </p:nvSpPr>
        <p:spPr>
          <a:xfrm>
            <a:off x="9086088" y="2468880"/>
            <a:ext cx="22341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15주차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583168" y="3063240"/>
            <a:ext cx="25999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FA3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6월 29일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583168" y="3429000"/>
            <a:ext cx="25999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 및 공유 (오후 2시~)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" y="45720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953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제출물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0080" y="498348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소스 코드   ·   발표 자료   ·   생성형 AI 사용 내역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688</Words>
  <Application>Microsoft Office PowerPoint</Application>
  <PresentationFormat>와이드스크린</PresentationFormat>
  <Paragraphs>147</Paragraphs>
  <Slides>8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2" baseType="lpstr">
      <vt:lpstr>Malgun Gothic</vt:lpstr>
      <vt:lpstr>Arial</vt:lpstr>
      <vt:lpstr>Courier New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WeatherFit 기획안</dc:title>
  <dc:subject>PptxGenJS Presentation</dc:subject>
  <dc:creator>정은호</dc:creator>
  <cp:lastModifiedBy>은호 정</cp:lastModifiedBy>
  <cp:revision>3</cp:revision>
  <dcterms:created xsi:type="dcterms:W3CDTF">2026-06-15T08:41:52Z</dcterms:created>
  <dcterms:modified xsi:type="dcterms:W3CDTF">2026-06-15T16:44:33Z</dcterms:modified>
</cp:coreProperties>
</file>