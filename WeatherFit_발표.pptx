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237744" cy="23774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2148840"/>
            <a:ext cx="237744" cy="23774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2148840"/>
            <a:ext cx="237744" cy="23774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514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pPr indent="0" marL="0">
              <a:buNone/>
            </a:pPr>
            <a:r>
              <a:rPr lang="en-US" sz="66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코디 큐레이션 웹 서비스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매일의 ‘오늘 뭐 입지?’를, 날씨 한 번으로 해결한다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프로그래밍 ·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기획안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정은호 (으노) · AI소프트웨어과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WeatherFit이란?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</a:t>
            </a:r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바탕으로 오늘 입기 좋은 코디를 추천하는</a:t>
            </a:r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날씨 기반 패션 큐레이션 웹앱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‘기온에 맞는 옷’이 아니라, 다음 요소를 종합한다.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338785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67558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3123590" y="338785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1" name="Text 9"/>
          <p:cNvSpPr/>
          <p:nvPr/>
        </p:nvSpPr>
        <p:spPr>
          <a:xfrm>
            <a:off x="3324758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체감온도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95037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51069" y="338785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5552237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강수 여부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22515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8547" y="338785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9715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일교차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549994" y="306324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806026" y="338785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7194" y="306324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443941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스타일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867558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123590" y="443941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6" name="Text 24"/>
          <p:cNvSpPr/>
          <p:nvPr/>
        </p:nvSpPr>
        <p:spPr>
          <a:xfrm>
            <a:off x="3324758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095037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351069" y="4439412"/>
            <a:ext cx="128016" cy="12801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9" name="Text 27"/>
          <p:cNvSpPr/>
          <p:nvPr/>
        </p:nvSpPr>
        <p:spPr>
          <a:xfrm>
            <a:off x="5552237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컬러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22515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578547" y="4439412"/>
            <a:ext cx="128016" cy="12801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9715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549994" y="4114800"/>
            <a:ext cx="1998878" cy="777240"/>
          </a:xfrm>
          <a:prstGeom prst="roundRect">
            <a:avLst>
              <a:gd name="adj" fmla="val 8235"/>
            </a:avLst>
          </a:prstGeom>
          <a:solidFill>
            <a:srgbClr val="F2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9806026" y="4439412"/>
            <a:ext cx="128016" cy="12801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07194" y="4114800"/>
            <a:ext cx="14502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타겟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주요 타겟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출근·등교러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빠르게 코디를 정하고 싶은 대학생·직장인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64024" y="2011680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64024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초보자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64024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관심은 있지만 코디 조합이 어려운 사람. 검증된 추천이 필요함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392424" cy="22860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011680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22208" y="260604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활용러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22208" y="306324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보유한 옷으로 ‘실제 입을 수 있는’ 코디를 받고 싶은 사람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FBF3E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51960"/>
            <a:ext cx="10177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타겟 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10~30대 · 대학생 · 출근/등교 전 빠른 코디 · 패션 초보자 · 미니멀/캐주얼/스트릿/포멀/스포티 스타일 사용자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 설정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나이대·성별·위치·스타일·색감 선택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4428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8748" y="196596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1" name="Text 9"/>
          <p:cNvSpPr/>
          <p:nvPr/>
        </p:nvSpPr>
        <p:spPr>
          <a:xfrm>
            <a:off x="369874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8748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 추천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8748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체감온도·강수 반영 (Open-Meteo)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83096" y="1965960"/>
            <a:ext cx="420624" cy="42062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코디 3가지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3096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아닌 완성된 코디 3안 제안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93124" y="169164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7444" y="196596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926744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67444" y="253288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팔레트 추천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7444" y="295351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색을 추천 코디에 반드시 반영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11480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등록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보유한 옷을 직접 등록·관리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4428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98748" y="4114800"/>
            <a:ext cx="420624" cy="42062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31" name="Text 29"/>
          <p:cNvSpPr/>
          <p:nvPr/>
        </p:nvSpPr>
        <p:spPr>
          <a:xfrm>
            <a:off x="369874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98748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색상칩 선택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98748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색칩으로 정확한 색을 저장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08776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83096" y="4114800"/>
            <a:ext cx="420624" cy="42062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83096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싶은 옷 고정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83096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중심으로 나머지 조합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3124" y="3840480"/>
            <a:ext cx="2555748" cy="1874520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67444" y="4114800"/>
            <a:ext cx="420624" cy="42062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41" name="Text 39"/>
          <p:cNvSpPr/>
          <p:nvPr/>
        </p:nvSpPr>
        <p:spPr>
          <a:xfrm>
            <a:off x="9267444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67444" y="4681728"/>
            <a:ext cx="200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저장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67444" y="5102352"/>
            <a:ext cx="2007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프로필·옷장·고정을 localStorage 저장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동작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메커니즘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0" cy="3794760"/>
          </a:xfrm>
          <a:prstGeom prst="line">
            <a:avLst/>
          </a:prstGeom>
          <a:noFill/>
          <a:ln w="254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63624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입력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나이대·성별·위치·스타일·온도 민감도·색감 선호를 수집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22576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호출 &amp; 변환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Open-Meteo에서 받아 체감온도·강수·일교차로 가공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81528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엔진 가동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체감→옷 두께, 강수→방수, 일교차→레이어, 무드·색감 반영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3안 + 팔레트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코디 3개와 색상 팔레트를 함께 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599432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반영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 옷·고정 아이템을 중심으로 나머지 부위 재조합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58384"/>
            <a:ext cx="10177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저장    </a:t>
            </a:r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localStorage에 저장 → 새로고침 후에도 데이터 유지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470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 (스타일 프로필)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2677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age, gender, cityName,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style, sensitivity,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colorTone, mainColor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7396" y="18470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 (날씨)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97396" y="22677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temp, feels, humidity,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tmax, tmin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044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wardrobeItem  (옷장 아이템)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3251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category, color,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colorHex, warmth,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style, rainOk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77356" y="3703320"/>
            <a:ext cx="5271516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7396" y="3904488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  (고정 아이템)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97396" y="4325112"/>
            <a:ext cx="46314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outer, top, bottom,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shoes, accessory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결과 look </a:t>
            </a:r>
            <a:pPr indent="0" marL="0">
              <a:buNone/>
            </a:pPr>
            <a:r>
              <a:rPr lang="en-US" sz="135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{ outfits[3], palette{name, colors[3]}, reasons[] }  →  코디 3안 + 색 팔레트 + 추천 이유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기술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사용된 기술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82880" cy="18288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6537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— 컴포넌트 UI, useState/Effect/Memo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— 빠른 개발 서버 · 정적 빌드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— 반응형 카드/폼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97396" y="1965960"/>
            <a:ext cx="182880" cy="18288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0" name="Text 8"/>
          <p:cNvSpPr/>
          <p:nvPr/>
        </p:nvSpPr>
        <p:spPr>
          <a:xfrm>
            <a:off x="6899148" y="186537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3116" y="239572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— API 키 불필요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현재기온·체감·습도·날씨코드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최고/최저기온 제공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206240"/>
            <a:ext cx="182880" cy="18288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410565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463600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— 프로필 저장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옷장 · 고정 아이템 저장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후에도 유지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2F4F6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7396" y="4206240"/>
            <a:ext cx="182880" cy="18288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99148" y="4105656"/>
            <a:ext cx="4357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3116" y="4636008"/>
            <a:ext cx="4539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— 정적 배포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— push 시 자동 빌드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base 경로 /WeatherFit/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구현은 React SPA — index.html 하나에서 화면 상태를 전환해 여러 화면처럼 동작한다.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단위 구조 (발표 관점)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15184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231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설정 화면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81528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73552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08152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추천 결과 화면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31920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73989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등록·관리 화면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590288"/>
            <a:ext cx="146304" cy="14630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39826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코디 결과 화면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056632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248656"/>
            <a:ext cx="146304" cy="14630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05663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정적 배포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구조 (React SPA)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2423160"/>
            <a:ext cx="5330952" cy="3246120"/>
          </a:xfrm>
          <a:prstGeom prst="roundRect">
            <a:avLst>
              <a:gd name="adj" fmla="val 2254"/>
            </a:avLst>
          </a:prstGeom>
          <a:solidFill>
            <a:srgbClr val="1C2A3A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2606040"/>
            <a:ext cx="4690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D9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WeatherFit/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index.html, package.json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vite.config.js, tailwind.config.js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.github/workflows/deploy.yml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main.jsx, App.jsx, index.css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data/cities.js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 lib/  weather · curate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 theme · wardrobe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 components/  ProfileSetup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WeatherHero · MoodPicker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LookCard · ColorPalette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ColorText · InsightPanel ·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WardrobePanel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파일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파일 역할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691640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앱 상태 관리 — 프로필·날씨·옷장·고정·저장·화면 구성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42616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4261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642616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API 호출 + 날씨 코드 해석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10908792" cy="914400"/>
          </a:xfrm>
          <a:prstGeom prst="roundRect">
            <a:avLst>
              <a:gd name="adj" fmla="val 7000"/>
            </a:avLst>
          </a:prstGeom>
          <a:solidFill>
            <a:srgbClr val="FBF3EF"/>
          </a:solidFill>
          <a:ln/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59359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curate.js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593592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 추천 엔진 — 체감·성별·스타일·팔레트 반영, 코디 3안·이유 생성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09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wardrobe.js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709160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기반 추천 — 아이템 점수 계산·고정 반영·부족 부위 보완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660136"/>
            <a:ext cx="10908792" cy="749808"/>
          </a:xfrm>
          <a:prstGeom prst="roundRect">
            <a:avLst>
              <a:gd name="adj" fmla="val 8537"/>
            </a:avLst>
          </a:prstGeom>
          <a:solidFill>
            <a:srgbClr val="F2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60136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5660136"/>
            <a:ext cx="7616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ProfileSetup · WeatherHero · LookCard · WardrobePanel · ColorText 등 UI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레이아웃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3785616" cy="310896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설정 화면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4672" y="235915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선택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4672" y="286207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62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나이대 · 성별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4672" y="336499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64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스타일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" y="386791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67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민감도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" y="4370832"/>
            <a:ext cx="3785616" cy="384048"/>
          </a:xfrm>
          <a:prstGeom prst="roundRect">
            <a:avLst>
              <a:gd name="adj" fmla="val 9524"/>
            </a:avLst>
          </a:prstGeom>
          <a:solidFill>
            <a:srgbClr val="5B7A9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 · 주요 컬러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" y="4873752"/>
            <a:ext cx="3785616" cy="411480"/>
          </a:xfrm>
          <a:prstGeom prst="roundRect">
            <a:avLst>
              <a:gd name="adj" fmla="val 8889"/>
            </a:avLst>
          </a:prstGeom>
          <a:solidFill>
            <a:srgbClr val="D9532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73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시작 버튼 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737360"/>
            <a:ext cx="633679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sx="100000" sy="100000" kx="0" ky="0" algn="bl" rotWithShape="0" blurRad="88900" dist="38100" dir="540000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76672" y="1901952"/>
            <a:ext cx="6007608" cy="310896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901952"/>
            <a:ext cx="5788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추천 화면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76672" y="2304288"/>
            <a:ext cx="6007608" cy="365760"/>
          </a:xfrm>
          <a:prstGeom prst="roundRect">
            <a:avLst>
              <a:gd name="adj" fmla="val 10000"/>
            </a:avLst>
          </a:prstGeom>
          <a:solidFill>
            <a:srgbClr val="1C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304288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상단: 로고 · 도시 선택 · 프로필 수정 · 초기화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76672" y="2761488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왼쪽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76672" y="3081528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081528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옷으로 다시 맞춘 코디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76672" y="3648456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7C8B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648456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추천 코디 3가지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76672" y="4215384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4215384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71916" y="2761488"/>
            <a:ext cx="2912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오른쪽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71916" y="3081528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D9532B"/>
          </a:solidFill>
          <a:ln/>
        </p:spPr>
      </p:sp>
      <p:sp>
        <p:nvSpPr>
          <p:cNvPr id="33" name="Text 31"/>
          <p:cNvSpPr/>
          <p:nvPr/>
        </p:nvSpPr>
        <p:spPr>
          <a:xfrm>
            <a:off x="8581644" y="3081528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팔레트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71916" y="3648456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8581644" y="3648456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 · 옷 추가 · 색상칩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71916" y="4215384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8581644" y="4215384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꼭 입고 싶은 옷 고정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471916" y="4782312"/>
            <a:ext cx="2912364" cy="4572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/>
        </p:spPr>
      </p:sp>
      <p:sp>
        <p:nvSpPr>
          <p:cNvPr id="39" name="Text 37"/>
          <p:cNvSpPr/>
          <p:nvPr/>
        </p:nvSpPr>
        <p:spPr>
          <a:xfrm>
            <a:off x="8581644" y="4782312"/>
            <a:ext cx="2692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옷장 기반 코디 결과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강조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차별점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10896" cy="31089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날씨 앱이 아닌 ‘패션 큐레이션’ 서비스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기온뿐 아니라 체감·강수·일교차까지 종합 반영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310896" cy="31089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5915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스타일 프로필을 반영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성별·선호 스타일·온도 민감도로 추천을 개인화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310896" cy="31089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072384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색감 선호를 실제 코디 색상에 반영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팔레트 3색을 추천 코디에 반드시 사용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10896" cy="31089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78561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옷장으로 ‘실제 입을 수 있는’ 코디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아이템 중심으로 나머지 부위를 자동 조합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310896" cy="31089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498848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저장 + GitHub Pages 배포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유지 + 공유 가능한 웹사이트로 배포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266944"/>
            <a:ext cx="310896" cy="31089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21208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용어에 쉬운 설명 병기   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버뮤다 쇼츠(무릎길이 반바지), 블레이저(자켓)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20240"/>
            <a:ext cx="237744" cy="23774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920240"/>
            <a:ext cx="237744" cy="23774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1920240"/>
            <a:ext cx="237744" cy="23774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소개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프로필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옷장 데이터</a:t>
            </a:r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바탕으로 오늘 입기 좋은 코디를 추천하는 </a:t>
            </a:r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패션 큐레이션 웹앱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 편집숍 무드 · 색상칩 기반 시각화 · GitHub Pages 배포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WeatherFit 기획안</dc:title>
  <dc:subject>PptxGenJS Presentation</dc:subject>
  <dc:creator>정은호</dc:creator>
  <cp:lastModifiedBy>정은호</cp:lastModifiedBy>
  <cp:revision>1</cp:revision>
  <dcterms:created xsi:type="dcterms:W3CDTF">2026-06-15T19:07:23Z</dcterms:created>
  <dcterms:modified xsi:type="dcterms:W3CDTF">2026-06-15T19:07:23Z</dcterms:modified>
</cp:coreProperties>
</file>